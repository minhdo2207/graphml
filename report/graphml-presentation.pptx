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800" b="1">
                <a:solidFill>
                  <a:srgbClr val="1A1A2E"/>
                </a:solidFill>
              </a:rPr>
              <a:t>Residual Multi-Head Mixing GAT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666666"/>
                </a:solidFill>
              </a:rPr>
              <a:t>Semi-Supervised Node Classification on Cora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</a:rPr>
              <a:t>Graph ML Project — Hanoi University of Science and Technology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Do Tuan Minh · Tran Tien Dung · Tran Manh Tien · Hoang Huy Chien · Nguyen Tien Duc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Problem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Given graph G = (V, E) — Cora citation network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2708 nodes (papers) · 5278 edges (citations)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Each node: 1433-dim bag-of-words features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Only 140 nodes have training labels (5.2%)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Classify into 7 classes (research topics)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Why Graph Neural Networks?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Citation structure carries important information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Papers in the same field tend to cite each other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MLP ignores graph structure → loses information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GNN: message passing between neighbors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Expectation: GNN &gt;&gt; MLP on this task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Problem: Semi-Supervised Node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Dataset: Cora Citation Network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Cora Statistics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Nodes (papers): 2,708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Edges (citations): 5,278 (directed) → 10,556 (undirected)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Features: 1,433 (bag-of-words, binary)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Classes: 7 (research topics)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Train / Val / Test: 140 / 500 / 1,000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/>
              <a:t>• Sparsity: ~0.14% (very sparse graph)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006B5A"/>
                </a:solidFill>
              </a:rPr>
              <a:t>Data Preparation: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Planetoid loader (PyG) — standard Cora split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NormalizeFeatures transform — row-normalize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Fixed train/val/test mask (reproducible)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Baseline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4 Baseline Models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4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▸ MLP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  2-layer fully connected, ignores graph structure. Weakest baseline.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4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▸ GCN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  Graph Convolutional Network. Spectral convolution with normalized adjacency matrix.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4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▸ GraphSAGE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  SAmple and aggreGatE. Inductive learning with mean aggregator.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4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</a:rPr>
              <a:t>▸ GAT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</a:rPr>
              <a:t>  Graph Attention Network. Learned attention weights, multi-head attention.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Proposed Model: Residual Multi-Head Mixing GAT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Architecture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  H₀ = X                                    # Raw features (1433-dim)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  H₁ = ELU( GATv2_multi(H₀, E) )     # 8 heads, concat → 64-dim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  H₂ = GATv2_single(H₁, E)               # Single head → 7-dim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  Z  = H₂ + H₀ · W_skip              # Residual skip → logits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6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006B5A"/>
                </a:solidFill>
              </a:rPr>
              <a:t>3 Key Contributions: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/>
              <a:t>  ▸ GATv2 (replacing GAT)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    Dynamic attention coefficients, avoids static ranking problem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/>
              <a:t>  ▸ Residual Skip Connection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    H0·W_skip: direct gradient flow, counteracts over-smoothing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/>
              <a:t>  ▸ DropEdge (p=0.2)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    Random edge removal during training → structural augmentation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Hyperparameters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Optimizer: Adam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Learning rate: 0.005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Weight decay: 5×10⁻⁴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Epochs: 200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Early stopping: patience=100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Dropout: 0.6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Hidden dim (GCN/SAGE): 64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GAT heads: 8 (per-head=8)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Protocol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5 random seeds (42-46)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Report: mean ± std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Model selection: best val accuracy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Report: test acc at best-val epoch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Standard Cora split: 140/500/1000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NormalizeFeatures transform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PyTorch 2.13 + PyG 2.8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Full reproducibility: seed all RNGs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Experimental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400" b="1">
                <a:solidFill>
                  <a:srgbClr val="006B5A"/>
                </a:solidFill>
              </a:rPr>
              <a:t>Results (5 seeds, 200 epochs)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</a:rPr>
              <a:t>• MLP: 0.5888 ± 0.0104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</a:rPr>
              <a:t>• GraphSAGE: 0.8130 ± 0.0077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</a:rPr>
              <a:t>• GAT: 0.8272 ± 0.0080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</a:rPr>
              <a:t>• GCN: 0.8276 ± 0.0050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006B5A"/>
                </a:solidFill>
              </a:rPr>
              <a:t>• Proposed ★: 0.8326 ± 0.0080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006B5A"/>
                </a:solidFill>
              </a:rPr>
              <a:t>Key Takeaways: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• MLP → GNN: +24% (graph structure is crucial)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• Proposed outperforms GAT by +0.5%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/>
              <a:t>• Low std → stable training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Results: Model Comparison</a:t>
            </a:r>
          </a:p>
        </p:txBody>
      </p:sp>
      <p:pic>
        <p:nvPicPr>
          <p:cNvPr id="5" name="Picture 4" descr="accuracy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" y="1423289"/>
            <a:ext cx="388620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Training Curves: Loss &amp; Validation Accuracy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model_comparis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400" b="1">
                <a:solidFill>
                  <a:srgbClr val="006B5A"/>
                </a:solidFill>
              </a:rPr>
              <a:t>Component Analysis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GAT (base): 0.8164  (—)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+ residual: 0.8334  (+1.7%  ✓)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+ res + dropedge: 0.8326  (+1.6%)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full, heads=4: 0.8260  (+1.0%)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6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006B5A"/>
                </a:solidFill>
              </a:rPr>
              <a:t>Findings: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006B5A"/>
                </a:solidFill>
              </a:rPr>
              <a:t>✓ Residual skip: +1.7% — main contribution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≈ DropEdge: −0.1% — negligible on small graph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0392B"/>
                </a:solidFill>
              </a:rPr>
              <a:t>↓ Heads 8→4: −0.7% — more heads help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Ablation Study: Residual Multi-Head Mixing GAT</a:t>
            </a:r>
          </a:p>
        </p:txBody>
      </p:sp>
      <p:pic>
        <p:nvPicPr>
          <p:cNvPr id="5" name="Picture 4" descr="ablati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" y="1423289"/>
            <a:ext cx="388620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Confusion Matrix: Proposed Model on Test 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Key Findings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✓ Graph structure is crucial: MLP 0.59 → GNN 0.82 (+24%)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✓ Residual skip connection works: +1.7% test accuracy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✓ Stable training: low std (0.005-0.014)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✓ Val-test gap ~1-2%: no severe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C0392B"/>
                </a:solidFill>
              </a:rPr>
              <a:t>Surprises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</a:rPr>
              <a:t>✗ GCN ≈ GAT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  Attention does not outperform simple mean aggregation on Cora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C0392B"/>
                </a:solidFill>
              </a:rPr>
              <a:t>✗ DropEdge ≈ 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  Regularization unnecessary on such a small graph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</a:rPr>
              <a:t>Explanation: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</a:rPr>
              <a:t>Cora is small (2708 nodes) and homogeneous → simple GNNs are already sufficient. DropEdge and attention shine on larger graphs.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C0392B"/>
                </a:solidFill>
              </a:rPr>
              <a:t>Limitations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Single dataset only (Cora, 2708 nodes)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Shallow architecture (2 layers)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No systematic hyperparameter tuning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Accuracy metric only (no F1, AUC)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/>
              <a:t>• Limited regularization study (no Mixup, Label Smoothing)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600" b="1">
                <a:solidFill>
                  <a:srgbClr val="006B5A"/>
                </a:solidFill>
              </a:rPr>
              <a:t>Future Work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→ Citeseer, Pubmed, Arxiv, OGB datasets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→ Deeper GNN (3-5 layers) + Jumping Knowledge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→ Graph Transformer (global attention)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→ Attention weight visualization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006B5A"/>
                </a:solidFill>
              </a:rPr>
              <a:t>→ Real-world apps: recommendation, social networks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Limitations &amp; Future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A1A2E"/>
                </a:solidFill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ctr"/>
            <a:r>
              <a:rPr sz="1800" b="1">
                <a:solidFill>
                  <a:srgbClr val="006B5A"/>
                </a:solidFill>
              </a:rPr>
              <a:t>Summary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800" b="0"/>
              <a:t/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</a:rPr>
              <a:t>0.8326 — Best test accuracy (Proposed model)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</a:rPr>
              <a:t>+1.7% — Residual skip connection improvement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</a:rPr>
              <a:t>+24% — Graph structure vs MLP improvement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/>
              <a:t/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</a:rPr>
              <a:t>Residual Multi-Head Mixing GAT successfully combines
multi-head attention with an input-feature skip connection.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/>
              <a:t/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006B5A"/>
                </a:solidFill>
              </a:rPr>
              <a:t>Thank You &amp; Q&amp;A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999999"/>
                </a:solidFill>
              </a:rPr>
              <a:t>Code: github.com/minhdo2207/GraphMl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